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4000" spc="-1" strike="noStrike">
                <a:solidFill>
                  <a:srgbClr val="1f3a5f"/>
                </a:solidFill>
                <a:latin typeface="Arial"/>
              </a:rPr>
              <a:t>Classes, curriculum and student onboarding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How a school goes from adopting curricula to students learning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The big picture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Four steps, each feeding the next.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8640" y="1828800"/>
            <a:ext cx="2468880" cy="310896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1 School library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Adopt curricula from the platform catalog.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Only adopted curricula can be used.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429000" y="1828800"/>
            <a:ext cx="2468880" cy="3108960"/>
          </a:xfrm>
          <a:prstGeom prst="rect">
            <a:avLst/>
          </a:prstGeom>
          <a:solidFill>
            <a:srgbClr val="e8f8ef"/>
          </a:solidFill>
          <a:ln w="18360">
            <a:solidFill>
              <a:srgbClr val="15803d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2 Classrooms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Each class has an ordered list of curriculum packages.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Students are enrolled in classes.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309360" y="1828800"/>
            <a:ext cx="2468880" cy="310896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3 Students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Add by name, email and grade, or upload a roster.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Each gets a welcome email and sets a password.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9189720" y="1828800"/>
            <a:ext cx="2468880" cy="3108960"/>
          </a:xfrm>
          <a:prstGeom prst="rect">
            <a:avLst/>
          </a:prstGeom>
          <a:solidFill>
            <a:srgbClr val="ffffff"/>
          </a:solidFill>
          <a:ln w="18360">
            <a:solidFill>
              <a:srgbClr val="1f2937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4 What students see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Lessons come from the class packages that match their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Order decides which one wins.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044880" y="3383280"/>
            <a:ext cx="35676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925240" y="3383280"/>
            <a:ext cx="35676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805600" y="3383280"/>
            <a:ext cx="35676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Build the library first, then classes, then students.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Step 1: Build the school library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Curricula reach your classes only through your library.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486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1 Browse the catalog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Find platform curricula and filter by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Browsing changes nothing for your school.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8862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4348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2 Adopt into your library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Adopting adds the curriculum to your school's library.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Adopted curricula are then available for classes.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7724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3210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3 Assign to classes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Pick from your library when setting up a class.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Only adopted curricula appear in the picker.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3f4f6"/>
          </a:solidFill>
          <a:ln w="18360">
            <a:solidFill>
              <a:srgbClr val="9ca3af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If a curriculum is missing from the picker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It has not been adopted into your library yet. Adopt it first, then assign it.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Step 2: Set up classrooms and packages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A class decides which curricula its students get.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86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1 Create a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One class per group or track, e.g. 'G11 Engineering'.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Use a name teachers will recognise.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8862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44348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2 Assign packages in order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Add packages from your library.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The first package matching a student's grade is used.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7724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83210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3 Enrol students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The enrol list only shows students whose grade matches the class.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 student must be added to the school first.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Gap today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You can add and remove packages, but the page has no control to change their order, even though the backend supports reordering.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Step 3: Onboard students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Every student gets an account, a temporary password and a welcome email.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486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1 Add the student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Students page: enter name, email and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Or upload a roster with email and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8862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4348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2 Account and welcome email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Account is created with a temporary password.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The welcome email has the login link and that password.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7724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3210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3 First sign-in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The student must set their own password.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The temporary password is only for this first sign-in.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3f4f6"/>
          </a:solidFill>
          <a:ln w="18360">
            <a:solidFill>
              <a:srgbClr val="9ca3af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Email depends on the school's mail account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Welcome and reset emails failed until 10 Oct 2026, when the sending account's App Password was replaced. If emails stop again, check that account first.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What a student's lessons come from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Lookup order for a student's curriculum.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486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1 School's own copy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If the school has its own version, it is used first.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8862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4348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2 Class packages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Otherwise, the first package in the student's classes that matches their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772400" y="3154680"/>
            <a:ext cx="502920" cy="0"/>
          </a:xfrm>
          <a:prstGeom prst="line">
            <a:avLst/>
          </a:prstGeom>
          <a:ln w="273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321040" y="1920240"/>
            <a:ext cx="3291840" cy="246888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3 Platform default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Otherwise, the platform default curriculum for their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First match wins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Lookups run top to bottom and stop at the first match.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Example: two Grade 11 tracks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Names are illustrative. This is how track choice works today.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48640" y="1920240"/>
            <a:ext cx="5394960" cy="3108960"/>
          </a:xfrm>
          <a:prstGeom prst="rect">
            <a:avLst/>
          </a:prstGeom>
          <a:solidFill>
            <a:srgbClr val="e8f0fe"/>
          </a:solidFill>
          <a:ln w="18360">
            <a:solidFill>
              <a:srgbClr val="1a56db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G11 Engineering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Packages, in order: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1. G11-Eng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2. G11-Commerce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Students get: G11-Eng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217920" y="1920240"/>
            <a:ext cx="5394960" cy="3108960"/>
          </a:xfrm>
          <a:prstGeom prst="rect">
            <a:avLst/>
          </a:prstGeom>
          <a:solidFill>
            <a:srgbClr val="e8f8ef"/>
          </a:solidFill>
          <a:ln w="18360">
            <a:solidFill>
              <a:srgbClr val="15803d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G11 Commerce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Packages, in order: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1. G11-Commerce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Students get: G11-Commerce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48640" y="5303520"/>
            <a:ext cx="11064240" cy="86868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To get a track today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Enrol the student in the class whose first matching package is the track you want.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solidFill>
                  <a:srgbClr val="1f3a5f"/>
                </a:solidFill>
                <a:latin typeface="Arial"/>
              </a:rPr>
              <a:t>Known gaps today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4b5563"/>
                </a:solidFill>
                <a:latin typeface="Arial"/>
              </a:rPr>
              <a:t>Found while checking the onboarding flow on 10 Oct 2026.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48640" y="1828800"/>
            <a:ext cx="5394960" cy="182880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Track choice at add-student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No track picker when adding a student.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Track comes from the class they are enrolled in.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217920" y="1828800"/>
            <a:ext cx="5394960" cy="182880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Package order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Order sets which curriculum wins for a grade.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No UI control to change it yet.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48640" y="3931920"/>
            <a:ext cx="5394960" cy="182880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Student stream field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students.stream is not used for content.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Ignore it when setting up tracks.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217920" y="3931920"/>
            <a:ext cx="5394960" cy="1828800"/>
          </a:xfrm>
          <a:prstGeom prst="rect">
            <a:avLst/>
          </a:prstGeom>
          <a:solidFill>
            <a:srgbClr val="fff4e0"/>
          </a:solidFill>
          <a:ln w="18360">
            <a:solidFill>
              <a:srgbClr val="b45309"/>
            </a:solidFill>
            <a:round/>
          </a:ln>
        </p:spPr>
        <p:txBody>
          <a:bodyPr lIns="99000" rIns="99000" tIns="54000" bIns="54000" anchor="t">
            <a:noAutofit/>
          </a:bodyPr>
          <a:p>
            <a:r>
              <a:rPr b="1" lang="en-US" sz="1800" spc="-1" strike="noStrike">
                <a:solidFill>
                  <a:srgbClr val="111827"/>
                </a:solidFill>
                <a:latin typeface="Arial"/>
              </a:rPr>
              <a:t>Email delivery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Failed until 10 Oct 2026 (Gmail sign-in).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374151"/>
                </a:solidFill>
                <a:latin typeface="Arial"/>
              </a:rPr>
              <a:t>Re-test whenever the sending password changes.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9ca3af"/>
                </a:solidFill>
                <a:latin typeface="Arial"/>
              </a:rPr>
              <a:t>StudyBuddy OnDemand · school onboarding overview · draft for review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